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97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CE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DŨNG STEEL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QC — HỆ THỐNG QUẢN LÝ NGHIỆM THU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Component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v2.x</a:t>
            </a:r>
            <a:endParaRPr lang="en-US" sz="6800" dirty="0"/>
          </a:p>
        </p:txBody>
      </p:sp>
      <p:sp>
        <p:nvSpPr>
          <p:cNvPr id="8" name="Text 5"/>
          <p:cNvSpPr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cấu kiện nghiệm thu trên Cloud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31520" y="52120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3A8A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257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21+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31520" y="5897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20440" y="52120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3A8A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0440" y="5257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520440" y="5897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09360" y="52120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3A8A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5257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309360" y="5897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KIỆN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098280" y="52120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3A8A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5257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9098280" y="5897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trên Streamlit Cloud · Supabase PostgreSQL · GitHub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&amp; Giải pháp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app này?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VẤN ĐỀ CŨ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Excel rải rác — mỗi QC giữ riêng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Không real-time — số liệu sai lệch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Khó tra cứu cấu kiện nào đã 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Báo cáo phải soạn tay → mất 2-3h/tuần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Không biết ai sửa data, lúc nào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Cấu kiện 'quên Final' không phát hiện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Khó chia sẻ với khách / công trường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GIẢI PHÁP MỚI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hệ thống cloud — mọi QC dùng chung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— ai cập nhật, mọi người thấy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xuyên dự án trong 5 giây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click sinh Excel/PDF báo cáo đầy đủ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log mọi action với user + giờ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Cảnh báo overdue tự động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Mobile-friendly — xem trên điện thoại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3 tầng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App → Database — hosted on cloud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USER LAYER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duyệt Chrome/Edge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· Laptop · Điện thoại · Tablet · Không cần cài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D4A744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APP LAYER — Streamlit Cloud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qc-daidung.streamlit.app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pages · Auto deploy từ GitHub · 24/7 online · Free tier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DATA LAYER — Supabase PostgreSQL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 · Backup tự động · 50K+ rows OK · ACID transactions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303580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60720" y="449884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End-to-end encryption · No data on user devices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dữ liệu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 chính trong PostgreSQL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3200400" cy="3017520"/>
          </a:xfrm>
          <a:prstGeom prst="roundRect">
            <a:avLst>
              <a:gd name="adj" fmla="val 3030"/>
            </a:avLst>
          </a:prstGeom>
          <a:solidFill>
            <a:srgbClr val="0F1E40"/>
          </a:solidFill>
          <a:ln w="19050">
            <a:solidFill>
              <a:srgbClr val="D4A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dự án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code (PQA, VIOLA...)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owner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location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737360"/>
            <a:ext cx="3200400" cy="3017520"/>
          </a:xfrm>
          <a:prstGeom prst="roundRect">
            <a:avLst>
              <a:gd name="adj" fmla="val 3030"/>
            </a:avLst>
          </a:prstGeom>
          <a:solidFill>
            <a:srgbClr val="0F1E40"/>
          </a:solidFill>
          <a:ln w="19050">
            <a:solidFill>
              <a:srgbClr val="D4A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COMPONENTS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 cấu kiện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id, project_id (FK)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code (Member Punch No)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data_json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status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rev_no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0" y="1737360"/>
            <a:ext cx="3200400" cy="3017520"/>
          </a:xfrm>
          <a:prstGeom prst="roundRect">
            <a:avLst>
              <a:gd name="adj" fmla="val 3030"/>
            </a:avLst>
          </a:prstGeom>
          <a:solidFill>
            <a:srgbClr val="0F1E40"/>
          </a:solidFill>
          <a:ln w="19050">
            <a:solidFill>
              <a:srgbClr val="D4A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INSPECTIONS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30K+ records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9536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id, component_id (FK)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type (FUR/DGRP)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result (PASS/FAIL)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inspector, 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rfi_no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 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 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120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Tables phụ trợ: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5532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comments — ghi chú trên cấu kiện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34840" y="5532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audit_log — lịch sử mọi thao tác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92440" y="5532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users — quản lý user (chưa bật)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5897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access_log — visitor tracking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34840" y="5897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column_mappings — template import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nghiệp vụ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bước từ tạo dự án đến xuất báo cáo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rgbClr val="0F1E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DỰ ÁN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'+Dự án mới' → nhập mã, tên, location, owner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822960" cy="82296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4325112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285232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MASTER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85232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PKL → app đọc Excel → tạo N cấu kiện status=PENDING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1737360"/>
            <a:ext cx="822960" cy="822960"/>
          </a:xfrm>
          <a:prstGeom prst="ellipse">
            <a:avLst/>
          </a:prstGeom>
          <a:solidFill>
            <a:srgbClr val="D4A744"/>
          </a:solidFill>
          <a:ln/>
        </p:spPr>
      </p:sp>
      <p:sp>
        <p:nvSpPr>
          <p:cNvPr id="14" name="Text 12"/>
          <p:cNvSpPr/>
          <p:nvPr/>
        </p:nvSpPr>
        <p:spPr>
          <a:xfrm>
            <a:off x="8101584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61704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DAILY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61704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ngày upload Fit-up / Final → tự match mã + tạo inspection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50876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4526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 + Tổng quan + Cấu kiện → check tiến độ real-time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25112" y="4023360"/>
            <a:ext cx="822960" cy="8229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325112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285232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85232" y="4526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(Fit-up &gt; 7d) · FAIL · Trùng lặp · Rev đổi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01584" y="402336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8101584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061704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61704" y="4526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click → PDF biên bản · Excel PRO 6 sheet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— Core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đa dự án + Smart Import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09728" cy="128016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Multi-project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331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4 dự án đồng thời: PQA, VIOLA, PVF, Bison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37360"/>
            <a:ext cx="109728" cy="128016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3232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Import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2331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template Excel · Auto-detect header + cột 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00400"/>
            <a:ext cx="109728" cy="128016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3383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trước commit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mapping + cảnh báo trước khi ghi DB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200400"/>
            <a:ext cx="109728" cy="128016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32320" y="3383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Re-import an toàn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0" y="3794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merge data · Force re-seed inspection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663440"/>
            <a:ext cx="109728" cy="128016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46304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trùng lặp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040" y="5257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dòng trùng mã + xuất CSV chi tiết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6634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663440"/>
            <a:ext cx="109728" cy="128016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13232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Smart-detect chính xác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32320" y="5257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'Tên hồ sơ' thay vì 'Member Punch No' plain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— Daily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hàng ngày của QC 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0F1E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09728" cy="1280160"/>
          </a:xfrm>
          <a:prstGeom prst="rect">
            <a:avLst/>
          </a:prstGeom>
          <a:solidFill>
            <a:srgbClr val="0F1E4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toàn cục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331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Gõ mã → tìm xuyên dự án trong 5 giây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0F1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37360"/>
            <a:ext cx="109728" cy="1280160"/>
          </a:xfrm>
          <a:prstGeom prst="rect">
            <a:avLst/>
          </a:prstGeom>
          <a:solidFill>
            <a:srgbClr val="0F1E4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3232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update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2331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nhiều cấu kiện → đổi xưởng / Rev hàng loạt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0F1E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00400"/>
            <a:ext cx="109728" cy="1280160"/>
          </a:xfrm>
          <a:prstGeom prst="rect">
            <a:avLst/>
          </a:prstGeom>
          <a:solidFill>
            <a:srgbClr val="0F1E4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3383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overdue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Fit-up &gt; 7 ngày chưa Final → badge đỏ ngay trang chủ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0F1E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200400"/>
            <a:ext cx="109728" cy="1280160"/>
          </a:xfrm>
          <a:prstGeom prst="rect">
            <a:avLst/>
          </a:prstGeom>
          <a:solidFill>
            <a:srgbClr val="0F1E40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32320" y="3383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cấu kiện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0" y="3794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để lại note, tag đồng nghiệp, audit ai viết gì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0F1E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663440"/>
            <a:ext cx="109728" cy="1280160"/>
          </a:xfrm>
          <a:prstGeom prst="rect">
            <a:avLst/>
          </a:prstGeom>
          <a:solidFill>
            <a:srgbClr val="0F1E4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46304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drill-down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040" y="5257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xưởng AH1 → ra ngay donut + activity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6634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0F1E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663440"/>
            <a:ext cx="109728" cy="1280160"/>
          </a:xfrm>
          <a:prstGeom prst="rect">
            <a:avLst/>
          </a:prstGeom>
          <a:solidFill>
            <a:srgbClr val="0F1E40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13232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Multi-project overview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32320" y="5257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dự án nào hot, dự án nào chậm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— Báo cáo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 khách hàng + cấp quản lý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0F1E40"/>
          </a:solidFill>
          <a:ln w="19050">
            <a:solidFill>
              <a:srgbClr val="D4A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📄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Biên bản nghiệm thu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khách hàng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E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Mỗi cấu kiện = 1 trang A4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E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Thông tin dự án + cấu kiện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E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Lịch sử KT: Fit-up + Final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E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Khu vực chữ ký QC + Khách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E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Batch xuất đa cấu kiện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0F766E"/>
          </a:solidFill>
          <a:ln w="19050">
            <a:solidFill>
              <a:srgbClr val="D4A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920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📊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217920" y="2926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PRO 6 sheet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3383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CE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cấp quản lý + nội bộ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931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Tổng quan KPI + format đẹp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4297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Cấu kiện đầy đủ (freeze panes)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4663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Overdue + FAIL (header màu)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Inspector performance 30 ngày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5394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Inspection raw 50K rows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1264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Trend chart 7/30/90 ngày  ·  👤 Inspector performance ranking  ·  🆚 So sánh dự án side-by-side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— Safety &amp; Admin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data + quản trị hệ thống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09728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xác nhận dự án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331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Navy to hiển thị dự án đang import → tránh nhầm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37360"/>
            <a:ext cx="109728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3232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mismatch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2331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 'VIOLA' khi đang ở PQA → cảnh báo đỏ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00400"/>
            <a:ext cx="109728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3383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đầy đủ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lại ai làm gì, lúc nào — Lịch sử không thay đổi được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200400"/>
            <a:ext cx="109728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32320" y="3383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tracking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0" y="3794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truy cập: session, IP, page nào hot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663440"/>
            <a:ext cx="109728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46304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040" y="5257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dùng điện thoại ở xưởng — UI tự stack dọc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6634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663440"/>
            <a:ext cx="109728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13232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deploy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32320" y="5257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DEPLOY.bat tự push code → Cloud rebuild tự động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nghiệp vụ cốt lõi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không thể thay đổi — đã verify với dữ liệu thật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37160" cy="548640"/>
          </a:xfrm>
          <a:prstGeom prst="rect">
            <a:avLst/>
          </a:prstGeom>
          <a:solidFill>
            <a:srgbClr val="0F1E4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137160" cy="548640"/>
          </a:xfrm>
          <a:prstGeom prst="rect">
            <a:avLst/>
          </a:prstGeom>
          <a:solidFill>
            <a:srgbClr val="0F1E4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mã cấu kiện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→ strip prefix ^\d+- → strip suffix -J.*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13716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450592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50592"/>
            <a:ext cx="13716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4505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(đã nghiệm thu)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4505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(DGRP) PASS  HOẶC  đủ PASS DIR+VIR+NDT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13716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163824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63824"/>
            <a:ext cx="13716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1638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 (đã Fit-up)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16382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Fit-up (FUR) PASS, chưa có Final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77056"/>
            <a:ext cx="13716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77056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77056"/>
            <a:ext cx="13716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8770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(không đạt)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387705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Bất kỳ inspection FAIL → cần retest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90288"/>
            <a:ext cx="13716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590288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590288"/>
            <a:ext cx="13716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5902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(quá hạn)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459028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Fit-up date &lt; hôm nay - N ngày + chưa Final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303520"/>
            <a:ext cx="137160" cy="548640"/>
          </a:xfrm>
          <a:prstGeom prst="rect">
            <a:avLst/>
          </a:prstGeom>
          <a:solidFill>
            <a:srgbClr val="0F1E40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530352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303520"/>
            <a:ext cx="137160" cy="548640"/>
          </a:xfrm>
          <a:prstGeom prst="rect">
            <a:avLst/>
          </a:prstGeom>
          <a:solidFill>
            <a:srgbClr val="0F1E40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0" y="53035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UI: DD/MM/YYYY  ·  DB: ISO YYYY-MM-DD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là free / open-source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17373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 ·  Python  ·  Plotly  ·  Pandas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tự responsive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2606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  ·  psycopg2  ·  openpyxl  ·  reportlab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nghiệp vụ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3474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 ·  Supabase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0" y="3474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500MB · backup auto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43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08960" y="43434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Cloud  ·  GitHub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0" y="4343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auto-deploy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212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08960" y="5212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 ·  DEPLOY.bat  ·  GitHub Desktop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0" y="5212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push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Tổng chi phí: 0đ/tháng (trong free tier)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deploy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code → Push → Cloud tự update trong 30 giây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0F1E40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SỬA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laptop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(VSCode / Notepad)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D4A744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DOUBLE-CLICK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DEPLOY.bat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(tự git push)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E3A8A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GITHUB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code mới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(commit hist)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0F766E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CLOUD REBUILD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5256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giây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54680" y="2560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744"/>
                </a:solidFill>
              </a:rPr>
              <a:t>→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89320" y="2560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744"/>
                </a:solidFill>
              </a:rPr>
              <a:t>→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823960" y="2560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744"/>
                </a:solidFill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AE QC F5 trình duyệt → Thấy code mới ngay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download, không cần cài lại, không cần restart.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Downtime: ~30 giây mỗi lần push  ·  📱 Hoạt động trên mọi thiết bị có internet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Anh nên push code ngoài giờ làm (sáng sớm / trưa / tối) để AE QC không bị gián đoạn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thực tế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giải quyết bài toán nào hàng ngày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Sếp / Giám đốc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hỏi: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tiến độ toàn công ty?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 → thấy 4 dự án + % ngay đầu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Trưởng phòng QC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hỏi: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kiện nào quên Final?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 → cảnh báo overdue (đỏ)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QC viên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hỏi: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3886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nay phải làm gì?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251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251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kiện → filter 'Đang Fit-up' → list công việc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Khách hàng gọi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3886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kiện BR73 thế nào rồi?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251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75120" y="4251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'BR73' → 5 giây ra kết quả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Khách yêu cầu biên bản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532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hỏi: 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08760" y="5532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biên bản NT 50 cấu kiện AH1?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897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" y="5897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→ bấm PDF → tải về gửi khách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502920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Họp review tuần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5532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hỏi: 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5532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suất tuần này so tuần trước?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5897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75120" y="5897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→ Trend chart 7 ngày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Phase tiếp theo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sẽ phát triển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ĐÃ HOÀN THÀNH (Phase 1+2+3)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Core: Multi-project · Smart import · Templates · Re-import safe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Daily: Search · Bulk update · Overdue · Comment · Mobile 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Report: PDF NT · Excel PRO 6 sheet · Trend · Inspector · So sánh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Safety: Banner dự án · Filename check · Audit · Visitor tracking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ROADMAP TIẾP THEO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343400"/>
            <a:ext cx="594360" cy="594360"/>
          </a:xfrm>
          <a:prstGeom prst="ellipse">
            <a:avLst/>
          </a:prstGeom>
          <a:solidFill>
            <a:srgbClr val="D4A74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+ Roles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617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admin / lead / worker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4434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tuần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41605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4343400"/>
            <a:ext cx="594360" cy="594360"/>
          </a:xfrm>
          <a:prstGeom prst="ellipse">
            <a:avLst/>
          </a:prstGeom>
          <a:solidFill>
            <a:srgbClr val="D4A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Zalo/Email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4617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báo khi FAIL hoặc overdue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652760" y="4434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tuần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440680"/>
            <a:ext cx="594360" cy="594360"/>
          </a:xfrm>
          <a:prstGeom prst="ellipse">
            <a:avLst/>
          </a:prstGeom>
          <a:solidFill>
            <a:srgbClr val="D4A74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349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ảnh inspection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5715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Đính ảnh QC vào record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55321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tuần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52578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5440680"/>
            <a:ext cx="594360" cy="594360"/>
          </a:xfrm>
          <a:prstGeom prst="ellipse">
            <a:avLst/>
          </a:prstGeom>
          <a:solidFill>
            <a:srgbClr val="D4A744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5349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cấu kiện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5715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QR dán cấu kiện → scan → info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652760" y="55321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tuần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744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</a:t>
            </a:r>
            <a:endParaRPr lang="en-US" sz="7000" dirty="0"/>
          </a:p>
        </p:txBody>
      </p:sp>
      <p:sp>
        <p:nvSpPr>
          <p:cNvPr id="5" name="Text 2"/>
          <p:cNvSpPr/>
          <p:nvPr/>
        </p:nvSpPr>
        <p:spPr>
          <a:xfrm>
            <a:off x="731520" y="3520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QC — Đại Dũng Steel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"Quản lý nghiệm thu cấu kiện —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CE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nhanh, đúng, không bỏ sót."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31520" y="54864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 w="12700">
            <a:solidFill>
              <a:srgbClr val="D4A7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577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Liên hệ:  themy1809@gmail.com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App:  qc-daidung.streamlit.app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4A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Q&amp;A — sẵn sàng demo trực tiếp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1645</Words>
  <Application>Microsoft Office PowerPoint</Application>
  <PresentationFormat>Widescreen</PresentationFormat>
  <Paragraphs>307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 Component Manager v2.x</dc:title>
  <dc:subject>PptxGenJS Presentation</dc:subject>
  <dc:creator>oke - QC Đại Dũng</dc:creator>
  <cp:lastModifiedBy>The My Dau</cp:lastModifiedBy>
  <cp:revision>2</cp:revision>
  <dcterms:created xsi:type="dcterms:W3CDTF">2026-05-23T14:40:38Z</dcterms:created>
  <dcterms:modified xsi:type="dcterms:W3CDTF">2026-05-23T15:39:15Z</dcterms:modified>
</cp:coreProperties>
</file>